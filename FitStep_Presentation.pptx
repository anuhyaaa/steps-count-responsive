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everyone. Today I'm going to present my web development project called FitStep. It's a fitness tracking website that I built using HTML, CSS, and JavaScript. The main focus of my presentation will be on responsive web design and how I made this website work perfectly on mobile, tablet, and desktop devices.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FitStep is a fitness website I created to help people track their health and fitness activities. The main purpose is to provide users with tools like a step tracker, BMI calculator, and nutrition guides. What makes this project special is that it works perfectly on any device - whether you're using a phone, tablet, or computer. This is called responsive design, which I'll explain more about in the coming slides.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used three main technologies to build this website. First, HTML for creating the structure - I made 8 different pages including home, step tracker, BMI calculator, and more. Second, CSS for styling and making it look good - this is where I implemented responsive design using grids, flexbox, and media queries. Third, JavaScript for adding interactive features like the step tracker that uses your phone's motion sensor and the BMI calculator that does real-time calculations.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FitStep has several key features. The step tracker uses your phone's motion sensor to count steps and calculate calories burned. The BMI calculator lets you enter your height and weight to get instant results. The nutrition guide shows healthy food options with images. I also added pages for workout plans, health tips, and progress tracking. All these features work smoothly on any screen size.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Responsive web design means creating a website that automatically adjusts to fit any screen size. Whether someone visits your site on a small phone or a large desktop monitor, it should look good and be easy to use. This is extremely important today because more than 60% of internet users browse on mobile devices. If your website doesn't work well on mobile, you'll lose most of your visitors. Responsive design ensures a better user experience - no one has to zoom in or scroll sideways to read content.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used three main techniques to make FitStep responsive. First, media queries - these are CSS rules that apply different styles based on screen size. For example, I used 'max-width: 768px' to target mobile devices. Second, flexible layouts using CSS Grid and Flexbox. These modern CSS tools automatically adjust content based on available space. Third, mobile-friendly design principles like making buttons full-width on mobile so they're easy to tap, adjusting font sizes for readability, and adding proper spacing so content doesn't touch the edges of the screen.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navigation bar is one of the most important responsive elements. On desktop, you see the logo on the left and all navigation links in a horizontal row. But on mobile, there's not enough space for all those links. So I implemented a hamburger menu - that's the three-line icon you see on mobile sites. When you click it, the menu slides down and shows all links vertically. This is done using CSS to hide the links by default on mobile, and JavaScript to toggle them open and closed when the hamburger icon is clicked.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layout changes dramatically based on screen size. On desktop, I show feature cards in 3 columns, nutrition cards in 4 columns, and stats in 3 columns. On tablets, this reduces to 2 or 3 columns. On mobile phones, everything stacks into a single column for easy scrolling. I achieved this using CSS Grid with the 'grid-template-columns' property. On mobile, I use '1fr' which means one column taking full width. On desktop, I use 'repeat(3, 1fr)' which creates three equal columns. This makes the content adapt beautifully to any screen size.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made several specific optimizations for mobile devices. First, typography - I reduced heading sizes from 2.5rem to 1.8rem on mobile so they don't take up too much space. Second, buttons become full-width on mobile, making them much easier to tap with your finger. I also ensured buttons are at least 44 pixels tall, which is the recommended minimum touch target size. Third, spacing - I reduced padding on mobile to maximize screen space while ensuring content doesn't touch the edges. Finally, all images are set to scale properly using 'max-width: 100%' and 'height: auto', so they never overflow the screen.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faced several challenges while making FitStep responsive. The first challenge was navbar overflow - I had 8 navigation links that looked fine on desktop but were cramped on mobile. I solved this by implementing a hamburger menu. The second challenge was that my layout looked perfect on mobile and desktop but broke on tablets. I fixed this by adding a specific breakpoint at 768 pixels for tablet devices. Third, on mobile, my content was touching the screen edges, which looked unprofessional. I added proper padding of 1rem on all sides. Through these challenges, I learned the importance of testing on multiple devices and that small details really matter in responsive design.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Working on this project taught me a lot. Technically, I learned how to structure HTML properly, use CSS Grid and Flexbox for layouts, implement media queries for responsiveness, and add interactivity with JavaScript. Beyond technical skills, I learned important design principles - that mobile-first approach is better, user experience should be the top priority, and thorough testing is essential. My key takeaway is that responsive design is not optional anymore - it's absolutely essential for any modern website.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I hope this presentation gave you a good understanding of responsive web design and how I implemented it in my FitStep project. I'm happy to answer any questions you might have about the project, the code, or responsive design in general.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86000"/>
            <a:ext cx="7315200" cy="914400"/>
          </a:xfrm>
          <a:prstGeom prst="rect">
            <a:avLst/>
          </a:prstGeom>
          <a:noFill/>
        </p:spPr>
        <p:txBody>
          <a:bodyPr wrap="none">
            <a:spAutoFit/>
          </a:bodyPr>
          <a:lstStyle/>
          <a:p>
            <a:pPr algn="ctr">
              <a:defRPr sz="6000" b="1">
                <a:solidFill>
                  <a:srgbClr val="111111"/>
                </a:solidFill>
              </a:defRPr>
            </a:pPr>
            <a:r>
              <a:t>FitStep</a:t>
            </a:r>
          </a:p>
        </p:txBody>
      </p:sp>
      <p:sp>
        <p:nvSpPr>
          <p:cNvPr id="3" name="TextBox 2"/>
          <p:cNvSpPr txBox="1"/>
          <p:nvPr/>
        </p:nvSpPr>
        <p:spPr>
          <a:xfrm>
            <a:off x="914400" y="3474720"/>
            <a:ext cx="7315200" cy="548640"/>
          </a:xfrm>
          <a:prstGeom prst="rect">
            <a:avLst/>
          </a:prstGeom>
          <a:noFill/>
        </p:spPr>
        <p:txBody>
          <a:bodyPr wrap="none">
            <a:spAutoFit/>
          </a:bodyPr>
          <a:lstStyle/>
          <a:p>
            <a:pPr algn="ctr">
              <a:defRPr sz="3200">
                <a:solidFill>
                  <a:srgbClr val="6B5B52"/>
                </a:solidFill>
              </a:defRPr>
            </a:pPr>
            <a:r>
              <a:t>Fitness Tracking Website</a:t>
            </a:r>
          </a:p>
        </p:txBody>
      </p:sp>
      <p:sp>
        <p:nvSpPr>
          <p:cNvPr id="4" name="TextBox 3"/>
          <p:cNvSpPr txBox="1"/>
          <p:nvPr/>
        </p:nvSpPr>
        <p:spPr>
          <a:xfrm>
            <a:off x="914400" y="4206240"/>
            <a:ext cx="7315200" cy="457200"/>
          </a:xfrm>
          <a:prstGeom prst="rect">
            <a:avLst/>
          </a:prstGeom>
          <a:noFill/>
        </p:spPr>
        <p:txBody>
          <a:bodyPr wrap="none">
            <a:spAutoFit/>
          </a:bodyPr>
          <a:lstStyle/>
          <a:p>
            <a:pPr algn="ctr">
              <a:defRPr sz="2400">
                <a:solidFill>
                  <a:srgbClr val="6B5B52"/>
                </a:solidFill>
              </a:defRPr>
            </a:pPr>
            <a:r>
              <a:t>Responsive Web Design 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FitStep?</a:t>
            </a:r>
          </a:p>
        </p:txBody>
      </p:sp>
      <p:sp>
        <p:nvSpPr>
          <p:cNvPr id="3" name="Content Placeholder 2"/>
          <p:cNvSpPr>
            <a:spLocks noGrp="1"/>
          </p:cNvSpPr>
          <p:nvPr>
            <p:ph idx="1"/>
          </p:nvPr>
        </p:nvSpPr>
        <p:spPr/>
        <p:txBody>
          <a:bodyPr/>
          <a:lstStyle/>
          <a:p>
            <a:pPr>
              <a:defRPr sz="2000">
                <a:latin typeface="Arial"/>
              </a:defRPr>
            </a:pPr>
            <a:r>
              <a:t>A complete fitness tracking website</a:t>
            </a:r>
          </a:p>
          <a:p>
            <a:pPr>
              <a:defRPr sz="2000">
                <a:latin typeface="Arial"/>
              </a:defRPr>
            </a:pPr>
            <a:r>
              <a:t>Helps users monitor their health and fitness</a:t>
            </a:r>
          </a:p>
          <a:p>
            <a:pPr>
              <a:defRPr sz="2000">
                <a:latin typeface="Arial"/>
              </a:defRPr>
            </a:pPr>
            <a:r>
              <a:t>Works on all devices (mobile, tablet, desktop)</a:t>
            </a:r>
          </a:p>
          <a:p>
            <a:pPr>
              <a:defRPr sz="2000">
                <a:latin typeface="Arial"/>
              </a:defRPr>
            </a:pPr>
            <a:r>
              <a:t>Built with simple web technologies</a:t>
            </a:r>
          </a:p>
          <a:p>
            <a:pPr>
              <a:defRPr sz="2000">
                <a:latin typeface="Arial"/>
              </a:defRPr>
            </a:pPr>
            <a:r>
              <a:t>Purpose:</a:t>
            </a:r>
          </a:p>
          <a:p>
            <a:pPr lvl="1">
              <a:defRPr sz="2000">
                <a:latin typeface="Arial"/>
              </a:defRPr>
            </a:pPr>
            <a:r>
              <a:t>Track daily steps and calories</a:t>
            </a:r>
          </a:p>
          <a:p>
            <a:pPr lvl="1">
              <a:defRPr sz="2000">
                <a:latin typeface="Arial"/>
              </a:defRPr>
            </a:pPr>
            <a:r>
              <a:t>Calculate BMI (Body Mass Index)</a:t>
            </a:r>
          </a:p>
          <a:p>
            <a:pPr lvl="1">
              <a:defRPr sz="2000">
                <a:latin typeface="Arial"/>
              </a:defRPr>
            </a:pPr>
            <a:r>
              <a:t>Provide nutrition guidance</a:t>
            </a:r>
          </a:p>
          <a:p>
            <a:pPr lvl="1">
              <a:defRPr sz="2000">
                <a:latin typeface="Arial"/>
              </a:defRPr>
            </a:pPr>
            <a:r>
              <a:t>Offer workout plans and health tips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Technologies Used</a:t>
            </a:r>
          </a:p>
        </p:txBody>
      </p:sp>
      <p:sp>
        <p:nvSpPr>
          <p:cNvPr id="3" name="Content Placeholder 2"/>
          <p:cNvSpPr>
            <a:spLocks noGrp="1"/>
          </p:cNvSpPr>
          <p:nvPr>
            <p:ph idx="1"/>
          </p:nvPr>
        </p:nvSpPr>
        <p:spPr/>
        <p:txBody>
          <a:bodyPr/>
          <a:lstStyle/>
          <a:p>
            <a:pPr>
              <a:defRPr sz="2000">
                <a:latin typeface="Arial"/>
              </a:defRPr>
            </a:pPr>
            <a:r>
              <a:t>HTML (Structure)</a:t>
            </a:r>
          </a:p>
          <a:p>
            <a:pPr lvl="1">
              <a:defRPr sz="2000">
                <a:latin typeface="Arial"/>
              </a:defRPr>
            </a:pPr>
            <a:r>
              <a:t>Created 8 pages</a:t>
            </a:r>
          </a:p>
          <a:p>
            <a:pPr lvl="1">
              <a:defRPr sz="2000">
                <a:latin typeface="Arial"/>
              </a:defRPr>
            </a:pPr>
            <a:r>
              <a:t>Semantic markup</a:t>
            </a:r>
          </a:p>
          <a:p>
            <a:pPr lvl="1">
              <a:defRPr sz="2000">
                <a:latin typeface="Arial"/>
              </a:defRPr>
            </a:pPr>
            <a:r>
              <a:t>Forms and navigation</a:t>
            </a:r>
          </a:p>
          <a:p>
            <a:pPr>
              <a:defRPr sz="2000">
                <a:latin typeface="Arial"/>
              </a:defRPr>
            </a:pPr>
            <a:r>
              <a:t>CSS (Styling)</a:t>
            </a:r>
          </a:p>
          <a:p>
            <a:pPr lvl="1">
              <a:defRPr sz="2000">
                <a:latin typeface="Arial"/>
              </a:defRPr>
            </a:pPr>
            <a:r>
              <a:t>Responsive layouts</a:t>
            </a:r>
          </a:p>
          <a:p>
            <a:pPr lvl="1">
              <a:defRPr sz="2000">
                <a:latin typeface="Arial"/>
              </a:defRPr>
            </a:pPr>
            <a:r>
              <a:t>Grid and Flexbox</a:t>
            </a:r>
          </a:p>
          <a:p>
            <a:pPr lvl="1">
              <a:defRPr sz="2000">
                <a:latin typeface="Arial"/>
              </a:defRPr>
            </a:pPr>
            <a:r>
              <a:t>Media queries</a:t>
            </a:r>
          </a:p>
          <a:p>
            <a:pPr>
              <a:defRPr sz="2000">
                <a:latin typeface="Arial"/>
              </a:defRPr>
            </a:pPr>
            <a:r>
              <a:t>JavaScript (Functionality)</a:t>
            </a:r>
          </a:p>
          <a:p>
            <a:pPr lvl="1">
              <a:defRPr sz="2000">
                <a:latin typeface="Arial"/>
              </a:defRPr>
            </a:pPr>
            <a:r>
              <a:t>Step tracking</a:t>
            </a:r>
          </a:p>
          <a:p>
            <a:pPr lvl="1">
              <a:defRPr sz="2000">
                <a:latin typeface="Arial"/>
              </a:defRPr>
            </a:pPr>
            <a:r>
              <a:t>BMI calculator</a:t>
            </a:r>
          </a:p>
          <a:p>
            <a:pPr lvl="1">
              <a:defRPr sz="2000">
                <a:latin typeface="Arial"/>
              </a:defRPr>
            </a:pPr>
            <a:r>
              <a:t>Interactive features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Features of FitStep</a:t>
            </a:r>
          </a:p>
        </p:txBody>
      </p:sp>
      <p:sp>
        <p:nvSpPr>
          <p:cNvPr id="3" name="Content Placeholder 2"/>
          <p:cNvSpPr>
            <a:spLocks noGrp="1"/>
          </p:cNvSpPr>
          <p:nvPr>
            <p:ph idx="1"/>
          </p:nvPr>
        </p:nvSpPr>
        <p:spPr/>
        <p:txBody>
          <a:bodyPr/>
          <a:lstStyle/>
          <a:p>
            <a:pPr>
              <a:defRPr sz="1800">
                <a:latin typeface="Arial"/>
              </a:defRPr>
            </a:pPr>
            <a:r>
              <a:t>Step Tracker</a:t>
            </a:r>
          </a:p>
          <a:p>
            <a:pPr lvl="1">
              <a:defRPr sz="1800">
                <a:latin typeface="Arial"/>
              </a:defRPr>
            </a:pPr>
            <a:r>
              <a:t>Uses device motion sensor</a:t>
            </a:r>
          </a:p>
          <a:p>
            <a:pPr lvl="1">
              <a:defRPr sz="1800">
                <a:latin typeface="Arial"/>
              </a:defRPr>
            </a:pPr>
            <a:r>
              <a:t>Tracks steps and calories</a:t>
            </a:r>
          </a:p>
          <a:p>
            <a:pPr lvl="1">
              <a:defRPr sz="1800">
                <a:latin typeface="Arial"/>
              </a:defRPr>
            </a:pPr>
            <a:r>
              <a:t>Shows progress bar</a:t>
            </a:r>
          </a:p>
          <a:p>
            <a:pPr>
              <a:defRPr sz="1800">
                <a:latin typeface="Arial"/>
              </a:defRPr>
            </a:pPr>
            <a:r>
              <a:t>BMI Calculator</a:t>
            </a:r>
          </a:p>
          <a:p>
            <a:pPr lvl="1">
              <a:defRPr sz="1800">
                <a:latin typeface="Arial"/>
              </a:defRPr>
            </a:pPr>
            <a:r>
              <a:t>Enter height and weight</a:t>
            </a:r>
          </a:p>
          <a:p>
            <a:pPr lvl="1">
              <a:defRPr sz="1800">
                <a:latin typeface="Arial"/>
              </a:defRPr>
            </a:pPr>
            <a:r>
              <a:t>Instant BMI calculation</a:t>
            </a:r>
          </a:p>
          <a:p>
            <a:pPr lvl="1">
              <a:defRPr sz="1800">
                <a:latin typeface="Arial"/>
              </a:defRPr>
            </a:pPr>
            <a:r>
              <a:t>Shows health category</a:t>
            </a:r>
          </a:p>
          <a:p>
            <a:pPr>
              <a:defRPr sz="1800">
                <a:latin typeface="Arial"/>
              </a:defRPr>
            </a:pPr>
            <a:r>
              <a:t>Nutrition Guide</a:t>
            </a:r>
          </a:p>
          <a:p>
            <a:pPr lvl="1">
              <a:defRPr sz="1800">
                <a:latin typeface="Arial"/>
              </a:defRPr>
            </a:pPr>
            <a:r>
              <a:t>Healthy food suggestions</a:t>
            </a:r>
          </a:p>
          <a:p>
            <a:pPr lvl="1">
              <a:defRPr sz="1800">
                <a:latin typeface="Arial"/>
              </a:defRPr>
            </a:pPr>
            <a:r>
              <a:t>Meal ideas with images</a:t>
            </a:r>
          </a:p>
          <a:p>
            <a:pPr>
              <a:defRPr sz="1800">
                <a:latin typeface="Arial"/>
              </a:defRPr>
            </a:pPr>
            <a:r>
              <a:t>Additional: Workout plans, Health tips, Progress tracking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Responsive Web Design?</a:t>
            </a:r>
          </a:p>
        </p:txBody>
      </p:sp>
      <p:sp>
        <p:nvSpPr>
          <p:cNvPr id="3" name="Content Placeholder 2"/>
          <p:cNvSpPr>
            <a:spLocks noGrp="1"/>
          </p:cNvSpPr>
          <p:nvPr>
            <p:ph idx="1"/>
          </p:nvPr>
        </p:nvSpPr>
        <p:spPr/>
        <p:txBody>
          <a:bodyPr/>
          <a:lstStyle/>
          <a:p>
            <a:pPr>
              <a:defRPr sz="1800">
                <a:latin typeface="Arial"/>
              </a:defRPr>
            </a:pPr>
            <a:r>
              <a:t>Definition:</a:t>
            </a:r>
          </a:p>
          <a:p>
            <a:pPr lvl="1">
              <a:defRPr sz="1800">
                <a:latin typeface="Arial"/>
              </a:defRPr>
            </a:pPr>
            <a:r>
              <a:t>A website that adapts and looks good on all screen sizes</a:t>
            </a:r>
          </a:p>
          <a:p>
            <a:pPr>
              <a:defRPr sz="1800">
                <a:latin typeface="Arial"/>
              </a:defRPr>
            </a:pPr>
            <a:r>
              <a:t>Why is it Important?</a:t>
            </a:r>
          </a:p>
          <a:p>
            <a:pPr lvl="1">
              <a:defRPr sz="1800">
                <a:latin typeface="Arial"/>
              </a:defRPr>
            </a:pPr>
            <a:r>
              <a:t>Mobile Usage</a:t>
            </a:r>
          </a:p>
          <a:p>
            <a:pPr lvl="2">
              <a:defRPr sz="1800">
                <a:latin typeface="Arial"/>
              </a:defRPr>
            </a:pPr>
            <a:r>
              <a:t>60% of web traffic is mobile</a:t>
            </a:r>
          </a:p>
          <a:p>
            <a:pPr lvl="2">
              <a:defRPr sz="1800">
                <a:latin typeface="Arial"/>
              </a:defRPr>
            </a:pPr>
            <a:r>
              <a:t>Users expect mobile-friendly sites</a:t>
            </a:r>
          </a:p>
          <a:p>
            <a:pPr lvl="1">
              <a:defRPr sz="1800">
                <a:latin typeface="Arial"/>
              </a:defRPr>
            </a:pPr>
            <a:r>
              <a:t>Multiple Devices</a:t>
            </a:r>
          </a:p>
          <a:p>
            <a:pPr lvl="2">
              <a:defRPr sz="1800">
                <a:latin typeface="Arial"/>
              </a:defRPr>
            </a:pPr>
            <a:r>
              <a:t>Phones, tablets, laptops, desktops</a:t>
            </a:r>
          </a:p>
          <a:p>
            <a:pPr lvl="2">
              <a:defRPr sz="1800">
                <a:latin typeface="Arial"/>
              </a:defRPr>
            </a:pPr>
            <a:r>
              <a:t>Different screen sizes</a:t>
            </a:r>
          </a:p>
          <a:p>
            <a:pPr lvl="1">
              <a:defRPr sz="1800">
                <a:latin typeface="Arial"/>
              </a:defRPr>
            </a:pPr>
            <a:r>
              <a:t>Better User Experience</a:t>
            </a:r>
          </a:p>
          <a:p>
            <a:pPr lvl="2">
              <a:defRPr sz="1800">
                <a:latin typeface="Arial"/>
              </a:defRPr>
            </a:pPr>
            <a:r>
              <a:t>Easy to read and navigate</a:t>
            </a:r>
          </a:p>
          <a:p>
            <a:pPr lvl="2">
              <a:defRPr sz="1800">
                <a:latin typeface="Arial"/>
              </a:defRPr>
            </a:pPr>
            <a:r>
              <a:t>No zooming or horizontal scrolling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I Made FitStep Responsive</a:t>
            </a:r>
          </a:p>
        </p:txBody>
      </p:sp>
      <p:sp>
        <p:nvSpPr>
          <p:cNvPr id="3" name="Content Placeholder 2"/>
          <p:cNvSpPr>
            <a:spLocks noGrp="1"/>
          </p:cNvSpPr>
          <p:nvPr>
            <p:ph idx="1"/>
          </p:nvPr>
        </p:nvSpPr>
        <p:spPr/>
        <p:txBody>
          <a:bodyPr/>
          <a:lstStyle/>
          <a:p>
            <a:pPr>
              <a:defRPr sz="1800">
                <a:latin typeface="Arial"/>
              </a:defRPr>
            </a:pPr>
            <a:r>
              <a:t>1. Media Queries</a:t>
            </a:r>
          </a:p>
          <a:p>
            <a:pPr lvl="1">
              <a:defRPr sz="1800">
                <a:latin typeface="Arial"/>
              </a:defRPr>
            </a:pPr>
            <a:r>
              <a:t>@media (max-width: 768px)</a:t>
            </a:r>
          </a:p>
          <a:p>
            <a:pPr lvl="1">
              <a:defRPr sz="1800">
                <a:latin typeface="Arial"/>
              </a:defRPr>
            </a:pPr>
            <a:r>
              <a:t>Different styles for different screens</a:t>
            </a:r>
          </a:p>
          <a:p>
            <a:pPr lvl="1">
              <a:defRPr sz="1800">
                <a:latin typeface="Arial"/>
              </a:defRPr>
            </a:pPr>
            <a:r>
              <a:t>Mobile-first approach</a:t>
            </a:r>
          </a:p>
          <a:p>
            <a:pPr>
              <a:defRPr sz="1800">
                <a:latin typeface="Arial"/>
              </a:defRPr>
            </a:pPr>
            <a:r>
              <a:t>2. Flexible Layouts</a:t>
            </a:r>
          </a:p>
          <a:p>
            <a:pPr lvl="1">
              <a:defRPr sz="1800">
                <a:latin typeface="Arial"/>
              </a:defRPr>
            </a:pPr>
            <a:r>
              <a:t>CSS Grid for card layouts</a:t>
            </a:r>
          </a:p>
          <a:p>
            <a:pPr lvl="1">
              <a:defRPr sz="1800">
                <a:latin typeface="Arial"/>
              </a:defRPr>
            </a:pPr>
            <a:r>
              <a:t>Flexbox for navigation</a:t>
            </a:r>
          </a:p>
          <a:p>
            <a:pPr lvl="1">
              <a:defRPr sz="1800">
                <a:latin typeface="Arial"/>
              </a:defRPr>
            </a:pPr>
            <a:r>
              <a:t>Percentage-based widths</a:t>
            </a:r>
          </a:p>
          <a:p>
            <a:pPr>
              <a:defRPr sz="1800">
                <a:latin typeface="Arial"/>
              </a:defRPr>
            </a:pPr>
            <a:r>
              <a:t>3. Mobile-Friendly Design</a:t>
            </a:r>
          </a:p>
          <a:p>
            <a:pPr lvl="1">
              <a:defRPr sz="1800">
                <a:latin typeface="Arial"/>
              </a:defRPr>
            </a:pPr>
            <a:r>
              <a:t>Touch-friendly buttons (full-width)</a:t>
            </a:r>
          </a:p>
          <a:p>
            <a:pPr lvl="1">
              <a:defRPr sz="1800">
                <a:latin typeface="Arial"/>
              </a:defRPr>
            </a:pPr>
            <a:r>
              <a:t>Readable font sizes</a:t>
            </a:r>
          </a:p>
          <a:p>
            <a:pPr lvl="1">
              <a:defRPr sz="1800">
                <a:latin typeface="Arial"/>
              </a:defRPr>
            </a:pPr>
            <a:r>
              <a:t>Proper spacing and padding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Responsive Navigation Bar</a:t>
            </a:r>
          </a:p>
        </p:txBody>
      </p:sp>
      <p:sp>
        <p:nvSpPr>
          <p:cNvPr id="3" name="Content Placeholder 2"/>
          <p:cNvSpPr>
            <a:spLocks noGrp="1"/>
          </p:cNvSpPr>
          <p:nvPr>
            <p:ph idx="1"/>
          </p:nvPr>
        </p:nvSpPr>
        <p:spPr/>
        <p:txBody>
          <a:bodyPr/>
          <a:lstStyle/>
          <a:p>
            <a:pPr>
              <a:defRPr sz="1800">
                <a:latin typeface="Arial"/>
              </a:defRPr>
            </a:pPr>
            <a:r>
              <a:t>Desktop View:</a:t>
            </a:r>
          </a:p>
          <a:p>
            <a:pPr lvl="1">
              <a:defRPr sz="1800">
                <a:latin typeface="Arial"/>
              </a:defRPr>
            </a:pPr>
            <a:r>
              <a:t>Logo on left</a:t>
            </a:r>
          </a:p>
          <a:p>
            <a:pPr lvl="1">
              <a:defRPr sz="1800">
                <a:latin typeface="Arial"/>
              </a:defRPr>
            </a:pPr>
            <a:r>
              <a:t>Navigation links in a row</a:t>
            </a:r>
          </a:p>
          <a:p>
            <a:pPr lvl="1">
              <a:defRPr sz="1800">
                <a:latin typeface="Arial"/>
              </a:defRPr>
            </a:pPr>
            <a:r>
              <a:t>Hover effects</a:t>
            </a:r>
          </a:p>
          <a:p>
            <a:pPr>
              <a:defRPr sz="1800">
                <a:latin typeface="Arial"/>
              </a:defRPr>
            </a:pPr>
            <a:r>
              <a:t>Mobile View:</a:t>
            </a:r>
          </a:p>
          <a:p>
            <a:pPr lvl="1">
              <a:defRPr sz="1800">
                <a:latin typeface="Arial"/>
              </a:defRPr>
            </a:pPr>
            <a:r>
              <a:t>Hamburger menu (☰)</a:t>
            </a:r>
          </a:p>
          <a:p>
            <a:pPr lvl="1">
              <a:defRPr sz="1800">
                <a:latin typeface="Arial"/>
              </a:defRPr>
            </a:pPr>
            <a:r>
              <a:t>Links hidden by default</a:t>
            </a:r>
          </a:p>
          <a:p>
            <a:pPr lvl="1">
              <a:defRPr sz="1800">
                <a:latin typeface="Arial"/>
              </a:defRPr>
            </a:pPr>
            <a:r>
              <a:t>Vertical dropdown when clicked</a:t>
            </a:r>
          </a:p>
          <a:p>
            <a:pPr>
              <a:defRPr sz="1800">
                <a:latin typeface="Arial"/>
              </a:defRPr>
            </a:pPr>
            <a:r>
              <a:t>Implementation:</a:t>
            </a:r>
          </a:p>
          <a:p>
            <a:pPr lvl="1">
              <a:defRPr sz="1800">
                <a:latin typeface="Arial"/>
              </a:defRPr>
            </a:pPr>
            <a:r>
              <a:t>Display: flex for desktop</a:t>
            </a:r>
          </a:p>
          <a:p>
            <a:pPr lvl="1">
              <a:defRPr sz="1800">
                <a:latin typeface="Arial"/>
              </a:defRPr>
            </a:pPr>
            <a:r>
              <a:t>Display: none for mobile links</a:t>
            </a:r>
          </a:p>
          <a:p>
            <a:pPr lvl="1">
              <a:defRPr sz="1800">
                <a:latin typeface="Arial"/>
              </a:defRPr>
            </a:pPr>
            <a:r>
              <a:t>JavaScript toggle for menu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Responsive Grid Layouts</a:t>
            </a:r>
          </a:p>
        </p:txBody>
      </p:sp>
      <p:sp>
        <p:nvSpPr>
          <p:cNvPr id="3" name="Content Placeholder 2"/>
          <p:cNvSpPr>
            <a:spLocks noGrp="1"/>
          </p:cNvSpPr>
          <p:nvPr>
            <p:ph idx="1"/>
          </p:nvPr>
        </p:nvSpPr>
        <p:spPr/>
        <p:txBody>
          <a:bodyPr/>
          <a:lstStyle/>
          <a:p>
            <a:pPr>
              <a:defRPr sz="1800">
                <a:latin typeface="Arial"/>
              </a:defRPr>
            </a:pPr>
            <a:r>
              <a:t>Desktop Layout:</a:t>
            </a:r>
          </a:p>
          <a:p>
            <a:pPr lvl="1">
              <a:defRPr sz="1800">
                <a:latin typeface="Arial"/>
              </a:defRPr>
            </a:pPr>
            <a:r>
              <a:t>Feature cards: 3 columns</a:t>
            </a:r>
          </a:p>
          <a:p>
            <a:pPr lvl="1">
              <a:defRPr sz="1800">
                <a:latin typeface="Arial"/>
              </a:defRPr>
            </a:pPr>
            <a:r>
              <a:t>Nutrition cards: 4 columns</a:t>
            </a:r>
          </a:p>
          <a:p>
            <a:pPr lvl="1">
              <a:defRPr sz="1800">
                <a:latin typeface="Arial"/>
              </a:defRPr>
            </a:pPr>
            <a:r>
              <a:t>Stats cards: 3 columns</a:t>
            </a:r>
          </a:p>
          <a:p>
            <a:pPr>
              <a:defRPr sz="1800">
                <a:latin typeface="Arial"/>
              </a:defRPr>
            </a:pPr>
            <a:r>
              <a:t>Tablet Layout:</a:t>
            </a:r>
          </a:p>
          <a:p>
            <a:pPr lvl="1">
              <a:defRPr sz="1800">
                <a:latin typeface="Arial"/>
              </a:defRPr>
            </a:pPr>
            <a:r>
              <a:t>Feature cards: 2 columns</a:t>
            </a:r>
          </a:p>
          <a:p>
            <a:pPr lvl="1">
              <a:defRPr sz="1800">
                <a:latin typeface="Arial"/>
              </a:defRPr>
            </a:pPr>
            <a:r>
              <a:t>Nutrition cards: 2 columns</a:t>
            </a:r>
          </a:p>
          <a:p>
            <a:pPr lvl="1">
              <a:defRPr sz="1800">
                <a:latin typeface="Arial"/>
              </a:defRPr>
            </a:pPr>
            <a:r>
              <a:t>Stats cards: 3 columns</a:t>
            </a:r>
          </a:p>
          <a:p>
            <a:pPr>
              <a:defRPr sz="1800">
                <a:latin typeface="Arial"/>
              </a:defRPr>
            </a:pPr>
            <a:r>
              <a:t>Mobile Layout:</a:t>
            </a:r>
          </a:p>
          <a:p>
            <a:pPr lvl="1">
              <a:defRPr sz="1800">
                <a:latin typeface="Arial"/>
              </a:defRPr>
            </a:pPr>
            <a:r>
              <a:t>All cards: 1 column (stacked)</a:t>
            </a:r>
          </a:p>
          <a:p>
            <a:pPr lvl="1">
              <a:defRPr sz="1800">
                <a:latin typeface="Arial"/>
              </a:defRPr>
            </a:pPr>
            <a:r>
              <a:t>Full-width design</a:t>
            </a:r>
          </a:p>
          <a:p>
            <a:pPr lvl="1">
              <a:defRPr sz="1800">
                <a:latin typeface="Arial"/>
              </a:defRPr>
            </a:pPr>
            <a:r>
              <a:t>Easy scrolling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Mobile-Specific Optimizations</a:t>
            </a:r>
          </a:p>
        </p:txBody>
      </p:sp>
      <p:sp>
        <p:nvSpPr>
          <p:cNvPr id="3" name="Content Placeholder 2"/>
          <p:cNvSpPr>
            <a:spLocks noGrp="1"/>
          </p:cNvSpPr>
          <p:nvPr>
            <p:ph idx="1"/>
          </p:nvPr>
        </p:nvSpPr>
        <p:spPr/>
        <p:txBody>
          <a:bodyPr/>
          <a:lstStyle/>
          <a:p>
            <a:pPr>
              <a:defRPr sz="1800">
                <a:latin typeface="Arial"/>
              </a:defRPr>
            </a:pPr>
            <a:r>
              <a:t>Typography:</a:t>
            </a:r>
          </a:p>
          <a:p>
            <a:pPr lvl="1">
              <a:defRPr sz="1800">
                <a:latin typeface="Arial"/>
              </a:defRPr>
            </a:pPr>
            <a:r>
              <a:t>Heading: 2.5rem → 1.8rem</a:t>
            </a:r>
          </a:p>
          <a:p>
            <a:pPr lvl="1">
              <a:defRPr sz="1800">
                <a:latin typeface="Arial"/>
              </a:defRPr>
            </a:pPr>
            <a:r>
              <a:t>Body text: 1.1rem → 1rem</a:t>
            </a:r>
          </a:p>
          <a:p>
            <a:pPr lvl="1">
              <a:defRPr sz="1800">
                <a:latin typeface="Arial"/>
              </a:defRPr>
            </a:pPr>
            <a:r>
              <a:t>Readable on small screens</a:t>
            </a:r>
          </a:p>
          <a:p>
            <a:pPr>
              <a:defRPr sz="1800">
                <a:latin typeface="Arial"/>
              </a:defRPr>
            </a:pPr>
            <a:r>
              <a:t>Buttons:</a:t>
            </a:r>
          </a:p>
          <a:p>
            <a:pPr lvl="1">
              <a:defRPr sz="1800">
                <a:latin typeface="Arial"/>
              </a:defRPr>
            </a:pPr>
            <a:r>
              <a:t>Desktop: Normal width</a:t>
            </a:r>
          </a:p>
          <a:p>
            <a:pPr lvl="1">
              <a:defRPr sz="1800">
                <a:latin typeface="Arial"/>
              </a:defRPr>
            </a:pPr>
            <a:r>
              <a:t>Mobile: Full-width (100%)</a:t>
            </a:r>
          </a:p>
          <a:p>
            <a:pPr lvl="1">
              <a:defRPr sz="1800">
                <a:latin typeface="Arial"/>
              </a:defRPr>
            </a:pPr>
            <a:r>
              <a:t>Easy to tap (min 44px height)</a:t>
            </a:r>
          </a:p>
          <a:p>
            <a:pPr>
              <a:defRPr sz="1800">
                <a:latin typeface="Arial"/>
              </a:defRPr>
            </a:pPr>
            <a:r>
              <a:t>Spacing:</a:t>
            </a:r>
          </a:p>
          <a:p>
            <a:pPr lvl="1">
              <a:defRPr sz="1800">
                <a:latin typeface="Arial"/>
              </a:defRPr>
            </a:pPr>
            <a:r>
              <a:t>Reduced padding on mobile</a:t>
            </a:r>
          </a:p>
          <a:p>
            <a:pPr lvl="1">
              <a:defRPr sz="1800">
                <a:latin typeface="Arial"/>
              </a:defRPr>
            </a:pPr>
            <a:r>
              <a:t>Content doesn't touch edges</a:t>
            </a:r>
          </a:p>
          <a:p>
            <a:pPr>
              <a:defRPr sz="1800">
                <a:latin typeface="Arial"/>
              </a:defRPr>
            </a:pPr>
            <a:r>
              <a:t>Images: max-width: 100%, height: auto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Challenges &amp; Solutions</a:t>
            </a:r>
          </a:p>
        </p:txBody>
      </p:sp>
      <p:sp>
        <p:nvSpPr>
          <p:cNvPr id="3" name="Content Placeholder 2"/>
          <p:cNvSpPr>
            <a:spLocks noGrp="1"/>
          </p:cNvSpPr>
          <p:nvPr>
            <p:ph idx="1"/>
          </p:nvPr>
        </p:nvSpPr>
        <p:spPr/>
        <p:txBody>
          <a:bodyPr/>
          <a:lstStyle/>
          <a:p>
            <a:pPr>
              <a:defRPr sz="1600">
                <a:latin typeface="Arial"/>
              </a:defRPr>
            </a:pPr>
            <a:r>
              <a:t>Challenge 1: Navbar Overflow</a:t>
            </a:r>
          </a:p>
          <a:p>
            <a:pPr lvl="1">
              <a:defRPr sz="1600">
                <a:latin typeface="Arial"/>
              </a:defRPr>
            </a:pPr>
            <a:r>
              <a:t>Problem: Too many links on mobile</a:t>
            </a:r>
          </a:p>
          <a:p>
            <a:pPr lvl="1">
              <a:defRPr sz="1600">
                <a:latin typeface="Arial"/>
              </a:defRPr>
            </a:pPr>
            <a:r>
              <a:t>Solution: Hamburger menu with toggle</a:t>
            </a:r>
          </a:p>
          <a:p>
            <a:pPr>
              <a:defRPr sz="1600">
                <a:latin typeface="Arial"/>
              </a:defRPr>
            </a:pPr>
            <a:r>
              <a:t>Challenge 2: Layout Breaking</a:t>
            </a:r>
          </a:p>
          <a:p>
            <a:pPr lvl="1">
              <a:defRPr sz="1600">
                <a:latin typeface="Arial"/>
              </a:defRPr>
            </a:pPr>
            <a:r>
              <a:t>Problem: Cards looked bad on tablets</a:t>
            </a:r>
          </a:p>
          <a:p>
            <a:pPr lvl="1">
              <a:defRPr sz="1600">
                <a:latin typeface="Arial"/>
              </a:defRPr>
            </a:pPr>
            <a:r>
              <a:t>Solution: Added tablet breakpoint (768px)</a:t>
            </a:r>
          </a:p>
          <a:p>
            <a:pPr>
              <a:defRPr sz="1600">
                <a:latin typeface="Arial"/>
              </a:defRPr>
            </a:pPr>
            <a:r>
              <a:t>Challenge 3: Mobile View Issues</a:t>
            </a:r>
          </a:p>
          <a:p>
            <a:pPr lvl="1">
              <a:defRPr sz="1600">
                <a:latin typeface="Arial"/>
              </a:defRPr>
            </a:pPr>
            <a:r>
              <a:t>Problem: Content touching screen edges</a:t>
            </a:r>
          </a:p>
          <a:p>
            <a:pPr lvl="1">
              <a:defRPr sz="1600">
                <a:latin typeface="Arial"/>
              </a:defRPr>
            </a:pPr>
            <a:r>
              <a:t>Solution: Added proper padding (1rem)</a:t>
            </a:r>
          </a:p>
          <a:p>
            <a:pPr>
              <a:defRPr sz="1600">
                <a:latin typeface="Arial"/>
              </a:defRPr>
            </a:pPr>
            <a:r>
              <a:t>What I Learned:</a:t>
            </a:r>
          </a:p>
          <a:p>
            <a:pPr lvl="1">
              <a:defRPr sz="1600">
                <a:latin typeface="Arial"/>
              </a:defRPr>
            </a:pPr>
            <a:r>
              <a:t>Test on multiple devices</a:t>
            </a:r>
          </a:p>
          <a:p>
            <a:pPr lvl="1">
              <a:defRPr sz="1600">
                <a:latin typeface="Arial"/>
              </a:defRPr>
            </a:pPr>
            <a:r>
              <a:t>Mobile-first approach is better</a:t>
            </a:r>
          </a:p>
          <a:p>
            <a:pPr lvl="1">
              <a:defRPr sz="1600">
                <a:latin typeface="Arial"/>
              </a:defRPr>
            </a:pPr>
            <a:r>
              <a:t>Small details matter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 Learned</a:t>
            </a:r>
          </a:p>
        </p:txBody>
      </p:sp>
      <p:sp>
        <p:nvSpPr>
          <p:cNvPr id="3" name="Content Placeholder 2"/>
          <p:cNvSpPr>
            <a:spLocks noGrp="1"/>
          </p:cNvSpPr>
          <p:nvPr>
            <p:ph idx="1"/>
          </p:nvPr>
        </p:nvSpPr>
        <p:spPr/>
        <p:txBody>
          <a:bodyPr/>
          <a:lstStyle/>
          <a:p>
            <a:pPr>
              <a:defRPr sz="1800">
                <a:latin typeface="Arial"/>
              </a:defRPr>
            </a:pPr>
            <a:r>
              <a:t>Technical Skills:</a:t>
            </a:r>
          </a:p>
          <a:p>
            <a:pPr lvl="1">
              <a:defRPr sz="1800">
                <a:latin typeface="Arial"/>
              </a:defRPr>
            </a:pPr>
            <a:r>
              <a:t>HTML structure and semantic markup</a:t>
            </a:r>
          </a:p>
          <a:p>
            <a:pPr lvl="1">
              <a:defRPr sz="1800">
                <a:latin typeface="Arial"/>
              </a:defRPr>
            </a:pPr>
            <a:r>
              <a:t>CSS Grid and Flexbox layouts</a:t>
            </a:r>
          </a:p>
          <a:p>
            <a:pPr lvl="1">
              <a:defRPr sz="1800">
                <a:latin typeface="Arial"/>
              </a:defRPr>
            </a:pPr>
            <a:r>
              <a:t>Media queries for responsiveness</a:t>
            </a:r>
          </a:p>
          <a:p>
            <a:pPr lvl="1">
              <a:defRPr sz="1800">
                <a:latin typeface="Arial"/>
              </a:defRPr>
            </a:pPr>
            <a:r>
              <a:t>JavaScript for interactivity</a:t>
            </a:r>
          </a:p>
          <a:p>
            <a:pPr>
              <a:defRPr sz="1800">
                <a:latin typeface="Arial"/>
              </a:defRPr>
            </a:pPr>
            <a:r>
              <a:t>Design Principles:</a:t>
            </a:r>
          </a:p>
          <a:p>
            <a:pPr lvl="1">
              <a:defRPr sz="1800">
                <a:latin typeface="Arial"/>
              </a:defRPr>
            </a:pPr>
            <a:r>
              <a:t>Mobile-first approach</a:t>
            </a:r>
          </a:p>
          <a:p>
            <a:pPr lvl="1">
              <a:defRPr sz="1800">
                <a:latin typeface="Arial"/>
              </a:defRPr>
            </a:pPr>
            <a:r>
              <a:t>User experience matters</a:t>
            </a:r>
          </a:p>
          <a:p>
            <a:pPr lvl="1">
              <a:defRPr sz="1800">
                <a:latin typeface="Arial"/>
              </a:defRPr>
            </a:pPr>
            <a:r>
              <a:t>Testing is essential</a:t>
            </a:r>
          </a:p>
          <a:p>
            <a:pPr>
              <a:defRPr sz="1800">
                <a:latin typeface="Arial"/>
              </a:defRPr>
            </a:pPr>
            <a:r>
              <a:t>Key Takeaway:</a:t>
            </a:r>
          </a:p>
          <a:p>
            <a:pPr lvl="1">
              <a:defRPr sz="1800">
                <a:latin typeface="Arial"/>
              </a:defRPr>
            </a:pPr>
            <a:r>
              <a:t>Responsive design is not optional - it's essential for modern websites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86000"/>
            <a:ext cx="7315200" cy="914400"/>
          </a:xfrm>
          <a:prstGeom prst="rect">
            <a:avLst/>
          </a:prstGeom>
          <a:noFill/>
        </p:spPr>
        <p:txBody>
          <a:bodyPr wrap="none">
            <a:spAutoFit/>
          </a:bodyPr>
          <a:lstStyle/>
          <a:p>
            <a:pPr algn="ctr">
              <a:defRPr sz="5400" b="1">
                <a:solidFill>
                  <a:srgbClr val="111111"/>
                </a:solidFill>
              </a:defRPr>
            </a:pPr>
            <a:r>
              <a:t>Thank You!</a:t>
            </a:r>
          </a:p>
        </p:txBody>
      </p:sp>
      <p:sp>
        <p:nvSpPr>
          <p:cNvPr id="3" name="TextBox 2"/>
          <p:cNvSpPr txBox="1"/>
          <p:nvPr/>
        </p:nvSpPr>
        <p:spPr>
          <a:xfrm>
            <a:off x="914400" y="3474720"/>
            <a:ext cx="7315200" cy="548640"/>
          </a:xfrm>
          <a:prstGeom prst="rect">
            <a:avLst/>
          </a:prstGeom>
          <a:noFill/>
        </p:spPr>
        <p:txBody>
          <a:bodyPr wrap="none">
            <a:spAutoFit/>
          </a:bodyPr>
          <a:lstStyle/>
          <a:p>
            <a:pPr algn="ctr">
              <a:defRPr sz="3200">
                <a:solidFill>
                  <a:srgbClr val="6B5B52"/>
                </a:solidFill>
              </a:defRPr>
            </a:pPr>
            <a:r>
              <a:t>Questions?</a:t>
            </a:r>
          </a:p>
        </p:txBody>
      </p:sp>
      <p:sp>
        <p:nvSpPr>
          <p:cNvPr id="4" name="TextBox 3"/>
          <p:cNvSpPr txBox="1"/>
          <p:nvPr/>
        </p:nvSpPr>
        <p:spPr>
          <a:xfrm>
            <a:off x="914400" y="4572000"/>
            <a:ext cx="7315200" cy="731520"/>
          </a:xfrm>
          <a:prstGeom prst="rect">
            <a:avLst/>
          </a:prstGeom>
          <a:noFill/>
        </p:spPr>
        <p:txBody>
          <a:bodyPr wrap="none">
            <a:spAutoFit/>
          </a:bodyPr>
          <a:lstStyle/>
          <a:p>
            <a:pPr algn="ctr">
              <a:defRPr sz="2000">
                <a:solidFill>
                  <a:srgbClr val="6B5B52"/>
                </a:solidFill>
              </a:defRPr>
            </a:pPr>
            <a:r>
              <a:t>FitStep Project</a:t>
            </a:r>
          </a:p>
          <a:p>
            <a:pPr algn="ctr">
              <a:defRPr sz="2000">
                <a:solidFill>
                  <a:srgbClr val="6B5B52"/>
                </a:solidFill>
              </a:defRPr>
            </a:pPr>
            <a:r>
              <a:t>Responsive Web Design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